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sldIdLst>
    <p:sldId id="256" r:id="rId2"/>
  </p:sldIdLst>
  <p:sldSz cx="7920038" cy="7199313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8"/>
    <p:restoredTop sz="94592"/>
  </p:normalViewPr>
  <p:slideViewPr>
    <p:cSldViewPr snapToGrid="0" snapToObjects="1">
      <p:cViewPr varScale="1">
        <p:scale>
          <a:sx n="144" d="100"/>
          <a:sy n="144" d="100"/>
        </p:scale>
        <p:origin x="27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4003" y="1178222"/>
            <a:ext cx="6732032" cy="2506427"/>
          </a:xfrm>
        </p:spPr>
        <p:txBody>
          <a:bodyPr anchor="b"/>
          <a:lstStyle>
            <a:lvl1pPr algn="ctr">
              <a:defRPr sz="519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90005" y="3781306"/>
            <a:ext cx="5940029" cy="1738167"/>
          </a:xfrm>
        </p:spPr>
        <p:txBody>
          <a:bodyPr/>
          <a:lstStyle>
            <a:lvl1pPr marL="0" indent="0" algn="ctr">
              <a:buNone/>
              <a:defRPr sz="2079"/>
            </a:lvl1pPr>
            <a:lvl2pPr marL="395981" indent="0" algn="ctr">
              <a:buNone/>
              <a:defRPr sz="1732"/>
            </a:lvl2pPr>
            <a:lvl3pPr marL="791962" indent="0" algn="ctr">
              <a:buNone/>
              <a:defRPr sz="1559"/>
            </a:lvl3pPr>
            <a:lvl4pPr marL="1187943" indent="0" algn="ctr">
              <a:buNone/>
              <a:defRPr sz="1386"/>
            </a:lvl4pPr>
            <a:lvl5pPr marL="1583924" indent="0" algn="ctr">
              <a:buNone/>
              <a:defRPr sz="1386"/>
            </a:lvl5pPr>
            <a:lvl6pPr marL="1979905" indent="0" algn="ctr">
              <a:buNone/>
              <a:defRPr sz="1386"/>
            </a:lvl6pPr>
            <a:lvl7pPr marL="2375886" indent="0" algn="ctr">
              <a:buNone/>
              <a:defRPr sz="1386"/>
            </a:lvl7pPr>
            <a:lvl8pPr marL="2771866" indent="0" algn="ctr">
              <a:buNone/>
              <a:defRPr sz="1386"/>
            </a:lvl8pPr>
            <a:lvl9pPr marL="3167847" indent="0" algn="ctr">
              <a:buNone/>
              <a:defRPr sz="138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D239F0-43B1-DD42-BACD-13F81CB3B2FE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990629-3E27-3E43-89FE-5DA35E414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505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D239F0-43B1-DD42-BACD-13F81CB3B2FE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990629-3E27-3E43-89FE-5DA35E414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347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378" y="1794831"/>
            <a:ext cx="6831033" cy="2994714"/>
          </a:xfrm>
        </p:spPr>
        <p:txBody>
          <a:bodyPr anchor="b"/>
          <a:lstStyle>
            <a:lvl1pPr>
              <a:defRPr sz="519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0378" y="4817876"/>
            <a:ext cx="6831033" cy="1574849"/>
          </a:xfrm>
        </p:spPr>
        <p:txBody>
          <a:bodyPr/>
          <a:lstStyle>
            <a:lvl1pPr marL="0" indent="0">
              <a:buNone/>
              <a:defRPr sz="2079">
                <a:solidFill>
                  <a:schemeClr val="tx1"/>
                </a:solidFill>
              </a:defRPr>
            </a:lvl1pPr>
            <a:lvl2pPr marL="395981" indent="0">
              <a:buNone/>
              <a:defRPr sz="1732">
                <a:solidFill>
                  <a:schemeClr val="tx1">
                    <a:tint val="75000"/>
                  </a:schemeClr>
                </a:solidFill>
              </a:defRPr>
            </a:lvl2pPr>
            <a:lvl3pPr marL="791962" indent="0">
              <a:buNone/>
              <a:defRPr sz="1559">
                <a:solidFill>
                  <a:schemeClr val="tx1">
                    <a:tint val="75000"/>
                  </a:schemeClr>
                </a:solidFill>
              </a:defRPr>
            </a:lvl3pPr>
            <a:lvl4pPr marL="1187943" indent="0">
              <a:buNone/>
              <a:defRPr sz="1386">
                <a:solidFill>
                  <a:schemeClr val="tx1">
                    <a:tint val="75000"/>
                  </a:schemeClr>
                </a:solidFill>
              </a:defRPr>
            </a:lvl4pPr>
            <a:lvl5pPr marL="1583924" indent="0">
              <a:buNone/>
              <a:defRPr sz="1386">
                <a:solidFill>
                  <a:schemeClr val="tx1">
                    <a:tint val="75000"/>
                  </a:schemeClr>
                </a:solidFill>
              </a:defRPr>
            </a:lvl5pPr>
            <a:lvl6pPr marL="1979905" indent="0">
              <a:buNone/>
              <a:defRPr sz="1386">
                <a:solidFill>
                  <a:schemeClr val="tx1">
                    <a:tint val="75000"/>
                  </a:schemeClr>
                </a:solidFill>
              </a:defRPr>
            </a:lvl6pPr>
            <a:lvl7pPr marL="2375886" indent="0">
              <a:buNone/>
              <a:defRPr sz="1386">
                <a:solidFill>
                  <a:schemeClr val="tx1">
                    <a:tint val="75000"/>
                  </a:schemeClr>
                </a:solidFill>
              </a:defRPr>
            </a:lvl7pPr>
            <a:lvl8pPr marL="2771866" indent="0">
              <a:buNone/>
              <a:defRPr sz="1386">
                <a:solidFill>
                  <a:schemeClr val="tx1">
                    <a:tint val="75000"/>
                  </a:schemeClr>
                </a:solidFill>
              </a:defRPr>
            </a:lvl8pPr>
            <a:lvl9pPr marL="3167847" indent="0">
              <a:buNone/>
              <a:defRPr sz="138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D239F0-43B1-DD42-BACD-13F81CB3B2FE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990629-3E27-3E43-89FE-5DA35E414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6414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4503" y="1916484"/>
            <a:ext cx="3366016" cy="456789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09519" y="1916484"/>
            <a:ext cx="3366016" cy="456789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D239F0-43B1-DD42-BACD-13F81CB3B2FE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990629-3E27-3E43-89FE-5DA35E414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2227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534" y="383299"/>
            <a:ext cx="6831033" cy="13915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5535" y="1764832"/>
            <a:ext cx="3350547" cy="864917"/>
          </a:xfrm>
        </p:spPr>
        <p:txBody>
          <a:bodyPr anchor="b"/>
          <a:lstStyle>
            <a:lvl1pPr marL="0" indent="0">
              <a:buNone/>
              <a:defRPr sz="2079" b="1"/>
            </a:lvl1pPr>
            <a:lvl2pPr marL="395981" indent="0">
              <a:buNone/>
              <a:defRPr sz="1732" b="1"/>
            </a:lvl2pPr>
            <a:lvl3pPr marL="791962" indent="0">
              <a:buNone/>
              <a:defRPr sz="1559" b="1"/>
            </a:lvl3pPr>
            <a:lvl4pPr marL="1187943" indent="0">
              <a:buNone/>
              <a:defRPr sz="1386" b="1"/>
            </a:lvl4pPr>
            <a:lvl5pPr marL="1583924" indent="0">
              <a:buNone/>
              <a:defRPr sz="1386" b="1"/>
            </a:lvl5pPr>
            <a:lvl6pPr marL="1979905" indent="0">
              <a:buNone/>
              <a:defRPr sz="1386" b="1"/>
            </a:lvl6pPr>
            <a:lvl7pPr marL="2375886" indent="0">
              <a:buNone/>
              <a:defRPr sz="1386" b="1"/>
            </a:lvl7pPr>
            <a:lvl8pPr marL="2771866" indent="0">
              <a:buNone/>
              <a:defRPr sz="1386" b="1"/>
            </a:lvl8pPr>
            <a:lvl9pPr marL="3167847" indent="0">
              <a:buNone/>
              <a:defRPr sz="1386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5535" y="2629749"/>
            <a:ext cx="3350547" cy="386796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009520" y="1764832"/>
            <a:ext cx="3367048" cy="864917"/>
          </a:xfrm>
        </p:spPr>
        <p:txBody>
          <a:bodyPr anchor="b"/>
          <a:lstStyle>
            <a:lvl1pPr marL="0" indent="0">
              <a:buNone/>
              <a:defRPr sz="2079" b="1"/>
            </a:lvl1pPr>
            <a:lvl2pPr marL="395981" indent="0">
              <a:buNone/>
              <a:defRPr sz="1732" b="1"/>
            </a:lvl2pPr>
            <a:lvl3pPr marL="791962" indent="0">
              <a:buNone/>
              <a:defRPr sz="1559" b="1"/>
            </a:lvl3pPr>
            <a:lvl4pPr marL="1187943" indent="0">
              <a:buNone/>
              <a:defRPr sz="1386" b="1"/>
            </a:lvl4pPr>
            <a:lvl5pPr marL="1583924" indent="0">
              <a:buNone/>
              <a:defRPr sz="1386" b="1"/>
            </a:lvl5pPr>
            <a:lvl6pPr marL="1979905" indent="0">
              <a:buNone/>
              <a:defRPr sz="1386" b="1"/>
            </a:lvl6pPr>
            <a:lvl7pPr marL="2375886" indent="0">
              <a:buNone/>
              <a:defRPr sz="1386" b="1"/>
            </a:lvl7pPr>
            <a:lvl8pPr marL="2771866" indent="0">
              <a:buNone/>
              <a:defRPr sz="1386" b="1"/>
            </a:lvl8pPr>
            <a:lvl9pPr marL="3167847" indent="0">
              <a:buNone/>
              <a:defRPr sz="1386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009520" y="2629749"/>
            <a:ext cx="3367048" cy="386796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D239F0-43B1-DD42-BACD-13F81CB3B2FE}" type="datetimeFigureOut">
              <a:rPr lang="en-US" smtClean="0"/>
              <a:t>4/2/26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990629-3E27-3E43-89FE-5DA35E414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1998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D239F0-43B1-DD42-BACD-13F81CB3B2FE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990629-3E27-3E43-89FE-5DA35E414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495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D239F0-43B1-DD42-BACD-13F81CB3B2FE}" type="datetimeFigureOut">
              <a:rPr lang="en-US" smtClean="0"/>
              <a:t>4/2/26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990629-3E27-3E43-89FE-5DA35E414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208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534" y="479954"/>
            <a:ext cx="2554418" cy="1679840"/>
          </a:xfrm>
        </p:spPr>
        <p:txBody>
          <a:bodyPr anchor="b"/>
          <a:lstStyle>
            <a:lvl1pPr>
              <a:defRPr sz="277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67048" y="1036570"/>
            <a:ext cx="4009519" cy="5116178"/>
          </a:xfrm>
        </p:spPr>
        <p:txBody>
          <a:bodyPr/>
          <a:lstStyle>
            <a:lvl1pPr>
              <a:defRPr sz="2772"/>
            </a:lvl1pPr>
            <a:lvl2pPr>
              <a:defRPr sz="2425"/>
            </a:lvl2pPr>
            <a:lvl3pPr>
              <a:defRPr sz="2079"/>
            </a:lvl3pPr>
            <a:lvl4pPr>
              <a:defRPr sz="1732"/>
            </a:lvl4pPr>
            <a:lvl5pPr>
              <a:defRPr sz="1732"/>
            </a:lvl5pPr>
            <a:lvl6pPr>
              <a:defRPr sz="1732"/>
            </a:lvl6pPr>
            <a:lvl7pPr>
              <a:defRPr sz="1732"/>
            </a:lvl7pPr>
            <a:lvl8pPr>
              <a:defRPr sz="1732"/>
            </a:lvl8pPr>
            <a:lvl9pPr>
              <a:defRPr sz="1732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5534" y="2159794"/>
            <a:ext cx="2554418" cy="4001285"/>
          </a:xfrm>
        </p:spPr>
        <p:txBody>
          <a:bodyPr/>
          <a:lstStyle>
            <a:lvl1pPr marL="0" indent="0">
              <a:buNone/>
              <a:defRPr sz="1386"/>
            </a:lvl1pPr>
            <a:lvl2pPr marL="395981" indent="0">
              <a:buNone/>
              <a:defRPr sz="1213"/>
            </a:lvl2pPr>
            <a:lvl3pPr marL="791962" indent="0">
              <a:buNone/>
              <a:defRPr sz="1039"/>
            </a:lvl3pPr>
            <a:lvl4pPr marL="1187943" indent="0">
              <a:buNone/>
              <a:defRPr sz="866"/>
            </a:lvl4pPr>
            <a:lvl5pPr marL="1583924" indent="0">
              <a:buNone/>
              <a:defRPr sz="866"/>
            </a:lvl5pPr>
            <a:lvl6pPr marL="1979905" indent="0">
              <a:buNone/>
              <a:defRPr sz="866"/>
            </a:lvl6pPr>
            <a:lvl7pPr marL="2375886" indent="0">
              <a:buNone/>
              <a:defRPr sz="866"/>
            </a:lvl7pPr>
            <a:lvl8pPr marL="2771866" indent="0">
              <a:buNone/>
              <a:defRPr sz="866"/>
            </a:lvl8pPr>
            <a:lvl9pPr marL="3167847" indent="0">
              <a:buNone/>
              <a:defRPr sz="866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D239F0-43B1-DD42-BACD-13F81CB3B2FE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990629-3E27-3E43-89FE-5DA35E414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4200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534" y="479954"/>
            <a:ext cx="2554418" cy="1679840"/>
          </a:xfrm>
        </p:spPr>
        <p:txBody>
          <a:bodyPr anchor="b"/>
          <a:lstStyle>
            <a:lvl1pPr>
              <a:defRPr sz="277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67048" y="1036570"/>
            <a:ext cx="4009519" cy="5116178"/>
          </a:xfrm>
        </p:spPr>
        <p:txBody>
          <a:bodyPr anchor="t"/>
          <a:lstStyle>
            <a:lvl1pPr marL="0" indent="0">
              <a:buNone/>
              <a:defRPr sz="2772"/>
            </a:lvl1pPr>
            <a:lvl2pPr marL="395981" indent="0">
              <a:buNone/>
              <a:defRPr sz="2425"/>
            </a:lvl2pPr>
            <a:lvl3pPr marL="791962" indent="0">
              <a:buNone/>
              <a:defRPr sz="2079"/>
            </a:lvl3pPr>
            <a:lvl4pPr marL="1187943" indent="0">
              <a:buNone/>
              <a:defRPr sz="1732"/>
            </a:lvl4pPr>
            <a:lvl5pPr marL="1583924" indent="0">
              <a:buNone/>
              <a:defRPr sz="1732"/>
            </a:lvl5pPr>
            <a:lvl6pPr marL="1979905" indent="0">
              <a:buNone/>
              <a:defRPr sz="1732"/>
            </a:lvl6pPr>
            <a:lvl7pPr marL="2375886" indent="0">
              <a:buNone/>
              <a:defRPr sz="1732"/>
            </a:lvl7pPr>
            <a:lvl8pPr marL="2771866" indent="0">
              <a:buNone/>
              <a:defRPr sz="1732"/>
            </a:lvl8pPr>
            <a:lvl9pPr marL="3167847" indent="0">
              <a:buNone/>
              <a:defRPr sz="1732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5534" y="2159794"/>
            <a:ext cx="2554418" cy="4001285"/>
          </a:xfrm>
        </p:spPr>
        <p:txBody>
          <a:bodyPr/>
          <a:lstStyle>
            <a:lvl1pPr marL="0" indent="0">
              <a:buNone/>
              <a:defRPr sz="1386"/>
            </a:lvl1pPr>
            <a:lvl2pPr marL="395981" indent="0">
              <a:buNone/>
              <a:defRPr sz="1213"/>
            </a:lvl2pPr>
            <a:lvl3pPr marL="791962" indent="0">
              <a:buNone/>
              <a:defRPr sz="1039"/>
            </a:lvl3pPr>
            <a:lvl4pPr marL="1187943" indent="0">
              <a:buNone/>
              <a:defRPr sz="866"/>
            </a:lvl4pPr>
            <a:lvl5pPr marL="1583924" indent="0">
              <a:buNone/>
              <a:defRPr sz="866"/>
            </a:lvl5pPr>
            <a:lvl6pPr marL="1979905" indent="0">
              <a:buNone/>
              <a:defRPr sz="866"/>
            </a:lvl6pPr>
            <a:lvl7pPr marL="2375886" indent="0">
              <a:buNone/>
              <a:defRPr sz="866"/>
            </a:lvl7pPr>
            <a:lvl8pPr marL="2771866" indent="0">
              <a:buNone/>
              <a:defRPr sz="866"/>
            </a:lvl8pPr>
            <a:lvl9pPr marL="3167847" indent="0">
              <a:buNone/>
              <a:defRPr sz="866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D239F0-43B1-DD42-BACD-13F81CB3B2FE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990629-3E27-3E43-89FE-5DA35E414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1222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D239F0-43B1-DD42-BACD-13F81CB3B2FE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990629-3E27-3E43-89FE-5DA35E414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795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667778" y="383297"/>
            <a:ext cx="1707758" cy="610108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4503" y="383297"/>
            <a:ext cx="5024274" cy="610108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D239F0-43B1-DD42-BACD-13F81CB3B2FE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990629-3E27-3E43-89FE-5DA35E414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5670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4503" y="383299"/>
            <a:ext cx="6831033" cy="139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4503" y="1916484"/>
            <a:ext cx="6831033" cy="456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4502" y="6672698"/>
            <a:ext cx="1782009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D239F0-43B1-DD42-BACD-13F81CB3B2FE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23513" y="6672698"/>
            <a:ext cx="2673013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93527" y="6672698"/>
            <a:ext cx="1782009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990629-3E27-3E43-89FE-5DA35E414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899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791962" rtl="0" eaLnBrk="1" latinLnBrk="0" hangingPunct="1">
        <a:lnSpc>
          <a:spcPct val="90000"/>
        </a:lnSpc>
        <a:spcBef>
          <a:spcPct val="0"/>
        </a:spcBef>
        <a:buNone/>
        <a:defRPr sz="381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7990" indent="-197990" algn="l" defTabSz="791962" rtl="0" eaLnBrk="1" latinLnBrk="0" hangingPunct="1">
        <a:lnSpc>
          <a:spcPct val="90000"/>
        </a:lnSpc>
        <a:spcBef>
          <a:spcPts val="866"/>
        </a:spcBef>
        <a:buFont typeface="Arial" panose="020B0604020202020204" pitchFamily="34" charset="0"/>
        <a:buChar char="•"/>
        <a:defRPr sz="2425" kern="1200">
          <a:solidFill>
            <a:schemeClr val="tx1"/>
          </a:solidFill>
          <a:latin typeface="+mn-lt"/>
          <a:ea typeface="+mn-ea"/>
          <a:cs typeface="+mn-cs"/>
        </a:defRPr>
      </a:lvl1pPr>
      <a:lvl2pPr marL="593971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2pPr>
      <a:lvl3pPr marL="989952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732" kern="1200">
          <a:solidFill>
            <a:schemeClr val="tx1"/>
          </a:solidFill>
          <a:latin typeface="+mn-lt"/>
          <a:ea typeface="+mn-ea"/>
          <a:cs typeface="+mn-cs"/>
        </a:defRPr>
      </a:lvl3pPr>
      <a:lvl4pPr marL="1385933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4pPr>
      <a:lvl5pPr marL="1781914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5pPr>
      <a:lvl6pPr marL="2177895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6pPr>
      <a:lvl7pPr marL="2573876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7pPr>
      <a:lvl8pPr marL="2969857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8pPr>
      <a:lvl9pPr marL="3365838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1pPr>
      <a:lvl2pPr marL="395981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2pPr>
      <a:lvl3pPr marL="791962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3pPr>
      <a:lvl4pPr marL="1187943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4pPr>
      <a:lvl5pPr marL="1583924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5pPr>
      <a:lvl6pPr marL="1979905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6pPr>
      <a:lvl7pPr marL="2375886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7pPr>
      <a:lvl8pPr marL="2771866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8pPr>
      <a:lvl9pPr marL="3167847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8A942556-76F9-844D-B7A2-8B3490927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33" y="321014"/>
            <a:ext cx="6656959" cy="6415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FC874BC-0899-714B-B5A5-D45BCFAF6353}"/>
              </a:ext>
            </a:extLst>
          </p:cNvPr>
          <p:cNvSpPr/>
          <p:nvPr/>
        </p:nvSpPr>
        <p:spPr>
          <a:xfrm>
            <a:off x="2174099" y="617921"/>
            <a:ext cx="93785" cy="12710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F0D9B7B-85D7-6E4C-BC67-E55B5D06FFDE}"/>
              </a:ext>
            </a:extLst>
          </p:cNvPr>
          <p:cNvCxnSpPr/>
          <p:nvPr/>
        </p:nvCxnSpPr>
        <p:spPr>
          <a:xfrm flipV="1">
            <a:off x="2220988" y="332460"/>
            <a:ext cx="0" cy="2637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EAE3D9A-D1F3-7E4E-93D5-5190C735191D}"/>
              </a:ext>
            </a:extLst>
          </p:cNvPr>
          <p:cNvSpPr txBox="1"/>
          <p:nvPr/>
        </p:nvSpPr>
        <p:spPr>
          <a:xfrm>
            <a:off x="1725688" y="55461"/>
            <a:ext cx="10843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col_split_gap</a:t>
            </a:r>
            <a:endParaRPr lang="en-US" sz="12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4E8EAF-7CE1-4F4A-B3F8-0663A60EEABD}"/>
              </a:ext>
            </a:extLst>
          </p:cNvPr>
          <p:cNvSpPr/>
          <p:nvPr/>
        </p:nvSpPr>
        <p:spPr>
          <a:xfrm rot="5400000">
            <a:off x="3856898" y="2960477"/>
            <a:ext cx="89560" cy="206854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BF16E58-E3D3-A141-A98F-647AEB0990FF}"/>
              </a:ext>
            </a:extLst>
          </p:cNvPr>
          <p:cNvCxnSpPr>
            <a:cxnSpLocks/>
          </p:cNvCxnSpPr>
          <p:nvPr/>
        </p:nvCxnSpPr>
        <p:spPr>
          <a:xfrm>
            <a:off x="4935949" y="4001456"/>
            <a:ext cx="241976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CA78E6A-A7F6-794A-9771-8DA9AB1825AB}"/>
              </a:ext>
            </a:extLst>
          </p:cNvPr>
          <p:cNvSpPr txBox="1"/>
          <p:nvPr/>
        </p:nvSpPr>
        <p:spPr>
          <a:xfrm rot="5400000">
            <a:off x="4740762" y="3852572"/>
            <a:ext cx="11390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row_split_gap</a:t>
            </a:r>
            <a:endParaRPr lang="en-US" sz="12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4222388-E456-EB4F-8D02-39F8097AA274}"/>
              </a:ext>
            </a:extLst>
          </p:cNvPr>
          <p:cNvSpPr/>
          <p:nvPr/>
        </p:nvSpPr>
        <p:spPr>
          <a:xfrm>
            <a:off x="1132245" y="1484160"/>
            <a:ext cx="1166327" cy="261257"/>
          </a:xfrm>
          <a:prstGeom prst="rect">
            <a:avLst/>
          </a:prstGeom>
          <a:noFill/>
          <a:ln w="12700">
            <a:solidFill>
              <a:srgbClr val="7030A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279FDD5-C7DE-B14A-AE36-D36BABC4577A}"/>
              </a:ext>
            </a:extLst>
          </p:cNvPr>
          <p:cNvCxnSpPr/>
          <p:nvPr/>
        </p:nvCxnSpPr>
        <p:spPr>
          <a:xfrm>
            <a:off x="2330372" y="1608073"/>
            <a:ext cx="317240" cy="0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69B9EF3-08D4-2947-9A83-826417048180}"/>
              </a:ext>
            </a:extLst>
          </p:cNvPr>
          <p:cNvSpPr txBox="1"/>
          <p:nvPr/>
        </p:nvSpPr>
        <p:spPr>
          <a:xfrm>
            <a:off x="2596869" y="1468419"/>
            <a:ext cx="11649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subplot_gap</a:t>
            </a:r>
            <a:endParaRPr lang="en-US" sz="1200" b="1" dirty="0">
              <a:solidFill>
                <a:srgbClr val="7030A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356E8A9-254F-2046-A4C9-E73A1AECCD3C}"/>
              </a:ext>
            </a:extLst>
          </p:cNvPr>
          <p:cNvSpPr/>
          <p:nvPr/>
        </p:nvSpPr>
        <p:spPr>
          <a:xfrm>
            <a:off x="4326958" y="836658"/>
            <a:ext cx="6436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hgap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8809F97-29F8-9F4F-BDB3-4058D4CC9FB9}"/>
              </a:ext>
            </a:extLst>
          </p:cNvPr>
          <p:cNvCxnSpPr/>
          <p:nvPr/>
        </p:nvCxnSpPr>
        <p:spPr>
          <a:xfrm>
            <a:off x="3416746" y="836840"/>
            <a:ext cx="94086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C7D013E-ED34-044A-AEC4-C6689935A516}"/>
              </a:ext>
            </a:extLst>
          </p:cNvPr>
          <p:cNvCxnSpPr/>
          <p:nvPr/>
        </p:nvCxnSpPr>
        <p:spPr>
          <a:xfrm>
            <a:off x="3434395" y="1016327"/>
            <a:ext cx="94086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0183D08-2B5F-4443-9363-12ACA95F7037}"/>
              </a:ext>
            </a:extLst>
          </p:cNvPr>
          <p:cNvCxnSpPr/>
          <p:nvPr/>
        </p:nvCxnSpPr>
        <p:spPr>
          <a:xfrm>
            <a:off x="3423164" y="1203835"/>
            <a:ext cx="94086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56B3DDC-249B-D946-83F6-14557E45CF0C}"/>
              </a:ext>
            </a:extLst>
          </p:cNvPr>
          <p:cNvCxnSpPr>
            <a:cxnSpLocks/>
          </p:cNvCxnSpPr>
          <p:nvPr/>
        </p:nvCxnSpPr>
        <p:spPr>
          <a:xfrm>
            <a:off x="3922793" y="5825797"/>
            <a:ext cx="0" cy="747422"/>
          </a:xfrm>
          <a:prstGeom prst="straightConnector1">
            <a:avLst/>
          </a:prstGeom>
          <a:ln w="31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D2F89F5-986A-7F48-B3FF-CA77DA447DFD}"/>
              </a:ext>
            </a:extLst>
          </p:cNvPr>
          <p:cNvSpPr txBox="1"/>
          <p:nvPr/>
        </p:nvSpPr>
        <p:spPr>
          <a:xfrm>
            <a:off x="3654168" y="6569428"/>
            <a:ext cx="5548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wgap</a:t>
            </a:r>
            <a:endParaRPr lang="en-US" sz="12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6FAEC25-A66E-7444-A177-DC339B884595}"/>
              </a:ext>
            </a:extLst>
          </p:cNvPr>
          <p:cNvSpPr/>
          <p:nvPr/>
        </p:nvSpPr>
        <p:spPr>
          <a:xfrm rot="16200000">
            <a:off x="2962447" y="2479392"/>
            <a:ext cx="1166327" cy="197793"/>
          </a:xfrm>
          <a:prstGeom prst="rect">
            <a:avLst/>
          </a:prstGeom>
          <a:noFill/>
          <a:ln w="12700">
            <a:solidFill>
              <a:srgbClr val="7030A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863C1AD-AD5E-1243-A2DC-F8BCE22D8A45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3545607" y="1713734"/>
            <a:ext cx="0" cy="281391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168CFB5A-4AFA-F648-9A34-DCCFD2A7CBD3}"/>
              </a:ext>
            </a:extLst>
          </p:cNvPr>
          <p:cNvSpPr/>
          <p:nvPr/>
        </p:nvSpPr>
        <p:spPr>
          <a:xfrm>
            <a:off x="4383103" y="1144693"/>
            <a:ext cx="13727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/>
              <a:t>legend_vgap</a:t>
            </a:r>
            <a:endParaRPr lang="en-US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FABDCCB-6272-2C47-A047-21B2E2D216A1}"/>
              </a:ext>
            </a:extLst>
          </p:cNvPr>
          <p:cNvCxnSpPr>
            <a:cxnSpLocks/>
          </p:cNvCxnSpPr>
          <p:nvPr/>
        </p:nvCxnSpPr>
        <p:spPr>
          <a:xfrm flipH="1">
            <a:off x="5720319" y="1192364"/>
            <a:ext cx="251503" cy="13042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A8ADBD1A-C9D3-EA45-B2BB-28D9C9EEFE6C}"/>
              </a:ext>
            </a:extLst>
          </p:cNvPr>
          <p:cNvCxnSpPr>
            <a:cxnSpLocks/>
          </p:cNvCxnSpPr>
          <p:nvPr/>
        </p:nvCxnSpPr>
        <p:spPr>
          <a:xfrm flipH="1" flipV="1">
            <a:off x="5720319" y="1322785"/>
            <a:ext cx="251503" cy="5093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03DF59A0-BF2D-ED4F-82E1-1C0DDA1B2A0D}"/>
              </a:ext>
            </a:extLst>
          </p:cNvPr>
          <p:cNvSpPr/>
          <p:nvPr/>
        </p:nvSpPr>
        <p:spPr>
          <a:xfrm>
            <a:off x="5904550" y="539856"/>
            <a:ext cx="666780" cy="143123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A102ADD-8B52-1943-AFE3-85B934E3A037}"/>
              </a:ext>
            </a:extLst>
          </p:cNvPr>
          <p:cNvSpPr/>
          <p:nvPr/>
        </p:nvSpPr>
        <p:spPr>
          <a:xfrm>
            <a:off x="4535730" y="412007"/>
            <a:ext cx="139301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legend_vpad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7CAF4F6-B094-574E-9DFA-31124F8B7AAE}"/>
              </a:ext>
            </a:extLst>
          </p:cNvPr>
          <p:cNvSpPr/>
          <p:nvPr/>
        </p:nvSpPr>
        <p:spPr>
          <a:xfrm>
            <a:off x="4924894" y="2373002"/>
            <a:ext cx="1046924" cy="143123"/>
          </a:xfrm>
          <a:prstGeom prst="rect">
            <a:avLst/>
          </a:prstGeom>
          <a:noFill/>
          <a:ln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3DA2B72-05AF-164B-AA2D-A48CBC533763}"/>
              </a:ext>
            </a:extLst>
          </p:cNvPr>
          <p:cNvSpPr/>
          <p:nvPr/>
        </p:nvSpPr>
        <p:spPr>
          <a:xfrm>
            <a:off x="4899026" y="2097803"/>
            <a:ext cx="113858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chemeClr val="accent6"/>
                </a:solidFill>
              </a:rPr>
              <a:t>legend_hpad</a:t>
            </a:r>
            <a:endParaRPr lang="en-US" sz="1400" dirty="0">
              <a:solidFill>
                <a:schemeClr val="accent6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33AC026-3224-F146-98BF-E2F7706302A7}"/>
              </a:ext>
            </a:extLst>
          </p:cNvPr>
          <p:cNvSpPr/>
          <p:nvPr/>
        </p:nvSpPr>
        <p:spPr>
          <a:xfrm>
            <a:off x="756335" y="5336709"/>
            <a:ext cx="254000" cy="832831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0D84939-8176-1A47-9474-58C6DD9B6192}"/>
              </a:ext>
            </a:extLst>
          </p:cNvPr>
          <p:cNvCxnSpPr>
            <a:cxnSpLocks/>
            <a:stCxn id="41" idx="2"/>
          </p:cNvCxnSpPr>
          <p:nvPr/>
        </p:nvCxnSpPr>
        <p:spPr>
          <a:xfrm>
            <a:off x="883335" y="6169536"/>
            <a:ext cx="0" cy="69607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427A8CFC-AAC4-424C-85D4-C33AE28FF95C}"/>
              </a:ext>
            </a:extLst>
          </p:cNvPr>
          <p:cNvSpPr/>
          <p:nvPr/>
        </p:nvSpPr>
        <p:spPr>
          <a:xfrm>
            <a:off x="87996" y="6861171"/>
            <a:ext cx="158248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 u="sng" dirty="0" err="1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yticklabels_kws</a:t>
            </a:r>
            <a:r>
              <a:rPr lang="en-US" sz="1200" u="sng" dirty="0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pad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A617CC5-75BE-EC41-9E82-A41B74D91DFD}"/>
              </a:ext>
            </a:extLst>
          </p:cNvPr>
          <p:cNvSpPr/>
          <p:nvPr/>
        </p:nvSpPr>
        <p:spPr>
          <a:xfrm>
            <a:off x="300922" y="3005487"/>
            <a:ext cx="709417" cy="755374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3C40DF4-205C-FF48-8B45-75BC0B02B279}"/>
              </a:ext>
            </a:extLst>
          </p:cNvPr>
          <p:cNvCxnSpPr>
            <a:cxnSpLocks/>
            <a:stCxn id="51" idx="2"/>
          </p:cNvCxnSpPr>
          <p:nvPr/>
        </p:nvCxnSpPr>
        <p:spPr>
          <a:xfrm>
            <a:off x="655627" y="3760861"/>
            <a:ext cx="0" cy="27405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49D5B26B-C58C-DB43-B983-94E66E1502FA}"/>
              </a:ext>
            </a:extLst>
          </p:cNvPr>
          <p:cNvSpPr/>
          <p:nvPr/>
        </p:nvSpPr>
        <p:spPr>
          <a:xfrm>
            <a:off x="-37160" y="6424871"/>
            <a:ext cx="15969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 u="sng" dirty="0" err="1">
                <a:latin typeface="Arial" panose="020B0604020202020204" pitchFamily="34" charset="0"/>
                <a:cs typeface="Arial" panose="020B0604020202020204" pitchFamily="34" charset="0"/>
              </a:rPr>
              <a:t>ylabel_kws</a:t>
            </a:r>
            <a:r>
              <a:rPr lang="en-US" sz="1200" u="sng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200" u="sng" dirty="0" err="1">
                <a:latin typeface="Arial" panose="020B0604020202020204" pitchFamily="34" charset="0"/>
                <a:cs typeface="Arial" panose="020B0604020202020204" pitchFamily="34" charset="0"/>
              </a:rPr>
              <a:t>labelpad</a:t>
            </a:r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C9C140C-8201-7743-A0DE-07842D953FCF}"/>
              </a:ext>
            </a:extLst>
          </p:cNvPr>
          <p:cNvSpPr/>
          <p:nvPr/>
        </p:nvSpPr>
        <p:spPr>
          <a:xfrm>
            <a:off x="1857363" y="5955222"/>
            <a:ext cx="771590" cy="546169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85E8F96-96F8-D142-B28D-12B5E81D33D0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2628953" y="6228307"/>
            <a:ext cx="2019824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F713569A-0F4D-1545-B4FA-85E7EAF64788}"/>
              </a:ext>
            </a:extLst>
          </p:cNvPr>
          <p:cNvSpPr/>
          <p:nvPr/>
        </p:nvSpPr>
        <p:spPr>
          <a:xfrm>
            <a:off x="4672175" y="6060953"/>
            <a:ext cx="15969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 u="sng" dirty="0" err="1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xlabel_kws</a:t>
            </a:r>
            <a:r>
              <a:rPr lang="en-US" sz="1200" u="sng" dirty="0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200" u="sng" dirty="0" err="1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labelpad</a:t>
            </a:r>
            <a:endParaRPr lang="en-US" sz="1200" u="sng" dirty="0">
              <a:solidFill>
                <a:schemeClr val="accent2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20CCCBC-3A1F-6844-852A-7A385A33FEB0}"/>
              </a:ext>
            </a:extLst>
          </p:cNvPr>
          <p:cNvCxnSpPr>
            <a:stCxn id="46" idx="1"/>
            <a:endCxn id="46" idx="3"/>
          </p:cNvCxnSpPr>
          <p:nvPr/>
        </p:nvCxnSpPr>
        <p:spPr>
          <a:xfrm>
            <a:off x="4924894" y="2444560"/>
            <a:ext cx="1046924" cy="0"/>
          </a:xfrm>
          <a:prstGeom prst="straightConnector1">
            <a:avLst/>
          </a:prstGeom>
          <a:ln>
            <a:solidFill>
              <a:srgbClr val="92D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E756B40-D79D-3C43-B358-FC14FFF30A6C}"/>
              </a:ext>
            </a:extLst>
          </p:cNvPr>
          <p:cNvCxnSpPr>
            <a:stCxn id="14" idx="0"/>
            <a:endCxn id="14" idx="2"/>
          </p:cNvCxnSpPr>
          <p:nvPr/>
        </p:nvCxnSpPr>
        <p:spPr>
          <a:xfrm>
            <a:off x="1715405" y="1484160"/>
            <a:ext cx="0" cy="261257"/>
          </a:xfrm>
          <a:prstGeom prst="straightConnector1">
            <a:avLst/>
          </a:prstGeom>
          <a:ln>
            <a:solidFill>
              <a:srgbClr val="7030A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60FCB051-C6D6-F444-ACD1-D1928E9CBBDA}"/>
              </a:ext>
            </a:extLst>
          </p:cNvPr>
          <p:cNvSpPr/>
          <p:nvPr/>
        </p:nvSpPr>
        <p:spPr>
          <a:xfrm>
            <a:off x="5971818" y="682979"/>
            <a:ext cx="744974" cy="4350660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A935D3E-107D-1A4D-9CA7-D3A06EABB974}"/>
              </a:ext>
            </a:extLst>
          </p:cNvPr>
          <p:cNvSpPr/>
          <p:nvPr/>
        </p:nvSpPr>
        <p:spPr>
          <a:xfrm>
            <a:off x="7107500" y="682979"/>
            <a:ext cx="744974" cy="4350660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E983BD-1935-524B-87F8-589AA22EC767}"/>
              </a:ext>
            </a:extLst>
          </p:cNvPr>
          <p:cNvSpPr txBox="1"/>
          <p:nvPr/>
        </p:nvSpPr>
        <p:spPr>
          <a:xfrm>
            <a:off x="5882155" y="5105876"/>
            <a:ext cx="8967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column of legend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11B23FD-71D0-9C43-93BF-39E76C4B8764}"/>
              </a:ext>
            </a:extLst>
          </p:cNvPr>
          <p:cNvSpPr txBox="1"/>
          <p:nvPr/>
        </p:nvSpPr>
        <p:spPr>
          <a:xfrm>
            <a:off x="6977848" y="5105876"/>
            <a:ext cx="9274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column of legend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1320CFF-2697-9E41-BBEF-60716F602A2D}"/>
              </a:ext>
            </a:extLst>
          </p:cNvPr>
          <p:cNvCxnSpPr>
            <a:cxnSpLocks/>
          </p:cNvCxnSpPr>
          <p:nvPr/>
        </p:nvCxnSpPr>
        <p:spPr>
          <a:xfrm>
            <a:off x="6716792" y="4274840"/>
            <a:ext cx="390708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088712F-F0FE-314E-BD60-122E4A0ABF04}"/>
              </a:ext>
            </a:extLst>
          </p:cNvPr>
          <p:cNvCxnSpPr/>
          <p:nvPr/>
        </p:nvCxnSpPr>
        <p:spPr>
          <a:xfrm>
            <a:off x="6906827" y="4376691"/>
            <a:ext cx="0" cy="136716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6BEEE17A-1634-F645-987F-147BCB34BEB8}"/>
              </a:ext>
            </a:extLst>
          </p:cNvPr>
          <p:cNvSpPr/>
          <p:nvPr/>
        </p:nvSpPr>
        <p:spPr>
          <a:xfrm>
            <a:off x="6302024" y="5710785"/>
            <a:ext cx="121860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legend_hgap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9FDFB7E-F339-6145-BB79-0F1316FDD556}"/>
              </a:ext>
            </a:extLst>
          </p:cNvPr>
          <p:cNvCxnSpPr>
            <a:cxnSpLocks/>
          </p:cNvCxnSpPr>
          <p:nvPr/>
        </p:nvCxnSpPr>
        <p:spPr>
          <a:xfrm>
            <a:off x="5971818" y="391534"/>
            <a:ext cx="1880656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7D756BB7-8D2B-D446-8940-8C597FB934FB}"/>
              </a:ext>
            </a:extLst>
          </p:cNvPr>
          <p:cNvSpPr/>
          <p:nvPr/>
        </p:nvSpPr>
        <p:spPr>
          <a:xfrm>
            <a:off x="6233774" y="83757"/>
            <a:ext cx="12394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legend_width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3CD0D1-CDFD-7C4E-B39D-9A40E0359421}"/>
              </a:ext>
            </a:extLst>
          </p:cNvPr>
          <p:cNvSpPr txBox="1"/>
          <p:nvPr/>
        </p:nvSpPr>
        <p:spPr>
          <a:xfrm>
            <a:off x="7210751" y="1911592"/>
            <a:ext cx="461665" cy="1371204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en-US" dirty="0" err="1"/>
              <a:t>legend_order</a:t>
            </a:r>
            <a:endParaRPr lang="en-US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2ECC6E9-BF50-B24B-B8AB-BE260590EE94}"/>
              </a:ext>
            </a:extLst>
          </p:cNvPr>
          <p:cNvCxnSpPr>
            <a:cxnSpLocks/>
          </p:cNvCxnSpPr>
          <p:nvPr/>
        </p:nvCxnSpPr>
        <p:spPr>
          <a:xfrm>
            <a:off x="5846070" y="4376691"/>
            <a:ext cx="0" cy="46163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E0F94FA-A1B6-9F48-A92B-095D892A9783}"/>
              </a:ext>
            </a:extLst>
          </p:cNvPr>
          <p:cNvCxnSpPr>
            <a:cxnSpLocks/>
          </p:cNvCxnSpPr>
          <p:nvPr/>
        </p:nvCxnSpPr>
        <p:spPr>
          <a:xfrm>
            <a:off x="5897436" y="3160453"/>
            <a:ext cx="0" cy="46163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0536B961-58CF-8248-938C-C624ED9F6934}"/>
              </a:ext>
            </a:extLst>
          </p:cNvPr>
          <p:cNvSpPr/>
          <p:nvPr/>
        </p:nvSpPr>
        <p:spPr>
          <a:xfrm>
            <a:off x="4714273" y="3027958"/>
            <a:ext cx="113152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legend_kws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[‘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cbar_height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’]</a:t>
            </a:r>
          </a:p>
        </p:txBody>
      </p:sp>
    </p:spTree>
    <p:extLst>
      <p:ext uri="{BB962C8B-B14F-4D97-AF65-F5344CB8AC3E}">
        <p14:creationId xmlns:p14="http://schemas.microsoft.com/office/powerpoint/2010/main" val="2065532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87</TotalTime>
  <Words>64</Words>
  <Application>Microsoft Macintosh PowerPoint</Application>
  <PresentationFormat>Custom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ding_wu_bin@163.com</dc:creator>
  <cp:lastModifiedBy>Wubin Ding</cp:lastModifiedBy>
  <cp:revision>15</cp:revision>
  <dcterms:created xsi:type="dcterms:W3CDTF">2024-04-11T23:00:03Z</dcterms:created>
  <dcterms:modified xsi:type="dcterms:W3CDTF">2026-04-02T17:13:04Z</dcterms:modified>
</cp:coreProperties>
</file>