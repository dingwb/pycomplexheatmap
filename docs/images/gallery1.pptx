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7920038" cy="719931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592"/>
  </p:normalViewPr>
  <p:slideViewPr>
    <p:cSldViewPr snapToGrid="0" snapToObjects="1">
      <p:cViewPr varScale="1">
        <p:scale>
          <a:sx n="144" d="100"/>
          <a:sy n="144" d="100"/>
        </p:scale>
        <p:origin x="1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1178222"/>
            <a:ext cx="6732032" cy="2506427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781306"/>
            <a:ext cx="5940029" cy="1738167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0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4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794831"/>
            <a:ext cx="6831033" cy="2994714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4817876"/>
            <a:ext cx="6831033" cy="1574849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/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4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916484"/>
            <a:ext cx="3366016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916484"/>
            <a:ext cx="3366016" cy="45678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2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83299"/>
            <a:ext cx="6831033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764832"/>
            <a:ext cx="3350547" cy="864917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629749"/>
            <a:ext cx="3350547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764832"/>
            <a:ext cx="3367048" cy="864917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629749"/>
            <a:ext cx="3367048" cy="386796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9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9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0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79954"/>
            <a:ext cx="2554418" cy="167984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1036570"/>
            <a:ext cx="4009519" cy="5116178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2159794"/>
            <a:ext cx="2554418" cy="4001285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2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79954"/>
            <a:ext cx="2554418" cy="167984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1036570"/>
            <a:ext cx="4009519" cy="5116178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2159794"/>
            <a:ext cx="2554418" cy="4001285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2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9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83297"/>
            <a:ext cx="1707758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83297"/>
            <a:ext cx="5024274" cy="61010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6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83299"/>
            <a:ext cx="6831033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916484"/>
            <a:ext cx="6831033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6672698"/>
            <a:ext cx="178200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239F0-43B1-DD42-BACD-13F81CB3B2FE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6672698"/>
            <a:ext cx="267301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6672698"/>
            <a:ext cx="178200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90629-3E27-3E43-89FE-5DA35E414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9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A942556-76F9-844D-B7A2-8B3490927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3" y="321014"/>
            <a:ext cx="6656959" cy="641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FC874BC-0899-714B-B5A5-D45BCFAF6353}"/>
              </a:ext>
            </a:extLst>
          </p:cNvPr>
          <p:cNvSpPr/>
          <p:nvPr/>
        </p:nvSpPr>
        <p:spPr>
          <a:xfrm>
            <a:off x="2174099" y="617921"/>
            <a:ext cx="93785" cy="1271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0D9B7B-85D7-6E4C-BC67-E55B5D06FFDE}"/>
              </a:ext>
            </a:extLst>
          </p:cNvPr>
          <p:cNvCxnSpPr/>
          <p:nvPr/>
        </p:nvCxnSpPr>
        <p:spPr>
          <a:xfrm flipV="1">
            <a:off x="2220988" y="332460"/>
            <a:ext cx="0" cy="263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EAE3D9A-D1F3-7E4E-93D5-5190C735191D}"/>
              </a:ext>
            </a:extLst>
          </p:cNvPr>
          <p:cNvSpPr txBox="1"/>
          <p:nvPr/>
        </p:nvSpPr>
        <p:spPr>
          <a:xfrm>
            <a:off x="1725688" y="55461"/>
            <a:ext cx="1084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col_split_gap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4E8EAF-7CE1-4F4A-B3F8-0663A60EEABD}"/>
              </a:ext>
            </a:extLst>
          </p:cNvPr>
          <p:cNvSpPr/>
          <p:nvPr/>
        </p:nvSpPr>
        <p:spPr>
          <a:xfrm rot="5400000">
            <a:off x="3856898" y="2960477"/>
            <a:ext cx="89560" cy="20685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F16E58-E3D3-A141-A98F-647AEB0990FF}"/>
              </a:ext>
            </a:extLst>
          </p:cNvPr>
          <p:cNvCxnSpPr>
            <a:cxnSpLocks/>
          </p:cNvCxnSpPr>
          <p:nvPr/>
        </p:nvCxnSpPr>
        <p:spPr>
          <a:xfrm>
            <a:off x="4935949" y="4001456"/>
            <a:ext cx="24197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A78E6A-A7F6-794A-9771-8DA9AB1825AB}"/>
              </a:ext>
            </a:extLst>
          </p:cNvPr>
          <p:cNvSpPr txBox="1"/>
          <p:nvPr/>
        </p:nvSpPr>
        <p:spPr>
          <a:xfrm rot="5400000">
            <a:off x="4740762" y="3852572"/>
            <a:ext cx="1139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row_split_gap</a:t>
            </a:r>
            <a:endParaRPr lang="en-US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22388-E456-EB4F-8D02-39F8097AA274}"/>
              </a:ext>
            </a:extLst>
          </p:cNvPr>
          <p:cNvSpPr/>
          <p:nvPr/>
        </p:nvSpPr>
        <p:spPr>
          <a:xfrm>
            <a:off x="1132245" y="1484160"/>
            <a:ext cx="1166327" cy="261257"/>
          </a:xfrm>
          <a:prstGeom prst="rect">
            <a:avLst/>
          </a:prstGeom>
          <a:noFill/>
          <a:ln w="127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79FDD5-C7DE-B14A-AE36-D36BABC4577A}"/>
              </a:ext>
            </a:extLst>
          </p:cNvPr>
          <p:cNvCxnSpPr/>
          <p:nvPr/>
        </p:nvCxnSpPr>
        <p:spPr>
          <a:xfrm>
            <a:off x="2330372" y="1608073"/>
            <a:ext cx="31724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9B9EF3-08D4-2947-9A83-826417048180}"/>
              </a:ext>
            </a:extLst>
          </p:cNvPr>
          <p:cNvSpPr txBox="1"/>
          <p:nvPr/>
        </p:nvSpPr>
        <p:spPr>
          <a:xfrm>
            <a:off x="2596869" y="1468419"/>
            <a:ext cx="1164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subplot_gap</a:t>
            </a:r>
            <a:endParaRPr lang="en-US" sz="1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56E8A9-254F-2046-A4C9-E73A1AECCD3C}"/>
              </a:ext>
            </a:extLst>
          </p:cNvPr>
          <p:cNvSpPr/>
          <p:nvPr/>
        </p:nvSpPr>
        <p:spPr>
          <a:xfrm>
            <a:off x="4326958" y="836658"/>
            <a:ext cx="643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hgap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809F97-29F8-9F4F-BDB3-4058D4CC9FB9}"/>
              </a:ext>
            </a:extLst>
          </p:cNvPr>
          <p:cNvCxnSpPr/>
          <p:nvPr/>
        </p:nvCxnSpPr>
        <p:spPr>
          <a:xfrm>
            <a:off x="3416746" y="836840"/>
            <a:ext cx="9408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C7D013E-ED34-044A-AEC4-C6689935A516}"/>
              </a:ext>
            </a:extLst>
          </p:cNvPr>
          <p:cNvCxnSpPr/>
          <p:nvPr/>
        </p:nvCxnSpPr>
        <p:spPr>
          <a:xfrm>
            <a:off x="3434395" y="1016327"/>
            <a:ext cx="9408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183D08-2B5F-4443-9363-12ACA95F7037}"/>
              </a:ext>
            </a:extLst>
          </p:cNvPr>
          <p:cNvCxnSpPr/>
          <p:nvPr/>
        </p:nvCxnSpPr>
        <p:spPr>
          <a:xfrm>
            <a:off x="3423164" y="1203835"/>
            <a:ext cx="9408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6B3DDC-249B-D946-83F6-14557E45CF0C}"/>
              </a:ext>
            </a:extLst>
          </p:cNvPr>
          <p:cNvCxnSpPr>
            <a:cxnSpLocks/>
          </p:cNvCxnSpPr>
          <p:nvPr/>
        </p:nvCxnSpPr>
        <p:spPr>
          <a:xfrm>
            <a:off x="3922793" y="5825797"/>
            <a:ext cx="0" cy="747422"/>
          </a:xfrm>
          <a:prstGeom prst="straightConnector1">
            <a:avLst/>
          </a:prstGeom>
          <a:ln w="31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D2F89F5-986A-7F48-B3FF-CA77DA447DFD}"/>
              </a:ext>
            </a:extLst>
          </p:cNvPr>
          <p:cNvSpPr txBox="1"/>
          <p:nvPr/>
        </p:nvSpPr>
        <p:spPr>
          <a:xfrm>
            <a:off x="3654168" y="6569428"/>
            <a:ext cx="554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wgap</a:t>
            </a:r>
            <a:endParaRPr lang="en-US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FAEC25-A66E-7444-A177-DC339B884595}"/>
              </a:ext>
            </a:extLst>
          </p:cNvPr>
          <p:cNvSpPr/>
          <p:nvPr/>
        </p:nvSpPr>
        <p:spPr>
          <a:xfrm rot="16200000">
            <a:off x="2962447" y="2479392"/>
            <a:ext cx="1166327" cy="197793"/>
          </a:xfrm>
          <a:prstGeom prst="rect">
            <a:avLst/>
          </a:prstGeom>
          <a:noFill/>
          <a:ln w="127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63C1AD-AD5E-1243-A2DC-F8BCE22D8A45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545607" y="1713734"/>
            <a:ext cx="0" cy="28139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68CFB5A-4AFA-F648-9A34-DCCFD2A7CBD3}"/>
              </a:ext>
            </a:extLst>
          </p:cNvPr>
          <p:cNvSpPr/>
          <p:nvPr/>
        </p:nvSpPr>
        <p:spPr>
          <a:xfrm>
            <a:off x="4383103" y="1144693"/>
            <a:ext cx="1372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legend_vgap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FABDCCB-6272-2C47-A047-21B2E2D216A1}"/>
              </a:ext>
            </a:extLst>
          </p:cNvPr>
          <p:cNvCxnSpPr>
            <a:cxnSpLocks/>
          </p:cNvCxnSpPr>
          <p:nvPr/>
        </p:nvCxnSpPr>
        <p:spPr>
          <a:xfrm flipH="1">
            <a:off x="5720319" y="1192364"/>
            <a:ext cx="251503" cy="1304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8ADBD1A-C9D3-EA45-B2BB-28D9C9EEFE6C}"/>
              </a:ext>
            </a:extLst>
          </p:cNvPr>
          <p:cNvCxnSpPr>
            <a:cxnSpLocks/>
          </p:cNvCxnSpPr>
          <p:nvPr/>
        </p:nvCxnSpPr>
        <p:spPr>
          <a:xfrm flipH="1" flipV="1">
            <a:off x="5720319" y="1322785"/>
            <a:ext cx="251503" cy="50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3DF59A0-BF2D-ED4F-82E1-1C0DDA1B2A0D}"/>
              </a:ext>
            </a:extLst>
          </p:cNvPr>
          <p:cNvSpPr/>
          <p:nvPr/>
        </p:nvSpPr>
        <p:spPr>
          <a:xfrm>
            <a:off x="5904550" y="539856"/>
            <a:ext cx="666780" cy="14312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102ADD-8B52-1943-AFE3-85B934E3A037}"/>
              </a:ext>
            </a:extLst>
          </p:cNvPr>
          <p:cNvSpPr/>
          <p:nvPr/>
        </p:nvSpPr>
        <p:spPr>
          <a:xfrm>
            <a:off x="4535730" y="412007"/>
            <a:ext cx="1393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legend_vpad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CAF4F6-B094-574E-9DFA-31124F8B7AAE}"/>
              </a:ext>
            </a:extLst>
          </p:cNvPr>
          <p:cNvSpPr/>
          <p:nvPr/>
        </p:nvSpPr>
        <p:spPr>
          <a:xfrm>
            <a:off x="4924894" y="2373002"/>
            <a:ext cx="1046924" cy="14312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3DA2B72-05AF-164B-AA2D-A48CBC533763}"/>
              </a:ext>
            </a:extLst>
          </p:cNvPr>
          <p:cNvSpPr/>
          <p:nvPr/>
        </p:nvSpPr>
        <p:spPr>
          <a:xfrm>
            <a:off x="4899026" y="2097803"/>
            <a:ext cx="11385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chemeClr val="accent6"/>
                </a:solidFill>
              </a:rPr>
              <a:t>legend_hpad</a:t>
            </a:r>
            <a:endParaRPr lang="en-US" sz="1400" dirty="0">
              <a:solidFill>
                <a:schemeClr val="accent6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3AC026-3224-F146-98BF-E2F7706302A7}"/>
              </a:ext>
            </a:extLst>
          </p:cNvPr>
          <p:cNvSpPr/>
          <p:nvPr/>
        </p:nvSpPr>
        <p:spPr>
          <a:xfrm>
            <a:off x="756335" y="5336709"/>
            <a:ext cx="254000" cy="8328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0D84939-8176-1A47-9474-58C6DD9B6192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883335" y="6169536"/>
            <a:ext cx="0" cy="69607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27A8CFC-AAC4-424C-85D4-C33AE28FF95C}"/>
              </a:ext>
            </a:extLst>
          </p:cNvPr>
          <p:cNvSpPr/>
          <p:nvPr/>
        </p:nvSpPr>
        <p:spPr>
          <a:xfrm>
            <a:off x="87996" y="6861171"/>
            <a:ext cx="15824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u="sng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yticklabels_kws</a:t>
            </a:r>
            <a:r>
              <a:rPr lang="en-US" sz="1200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pad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617CC5-75BE-EC41-9E82-A41B74D91DFD}"/>
              </a:ext>
            </a:extLst>
          </p:cNvPr>
          <p:cNvSpPr/>
          <p:nvPr/>
        </p:nvSpPr>
        <p:spPr>
          <a:xfrm>
            <a:off x="300922" y="3005487"/>
            <a:ext cx="709417" cy="75537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3C40DF4-205C-FF48-8B45-75BC0B02B279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655627" y="3760861"/>
            <a:ext cx="0" cy="27405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9D5B26B-C58C-DB43-B983-94E66E1502FA}"/>
              </a:ext>
            </a:extLst>
          </p:cNvPr>
          <p:cNvSpPr/>
          <p:nvPr/>
        </p:nvSpPr>
        <p:spPr>
          <a:xfrm>
            <a:off x="-37160" y="6424871"/>
            <a:ext cx="15969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u="sng" dirty="0" err="1">
                <a:latin typeface="Arial" panose="020B0604020202020204" pitchFamily="34" charset="0"/>
                <a:cs typeface="Arial" panose="020B0604020202020204" pitchFamily="34" charset="0"/>
              </a:rPr>
              <a:t>ylabel_kws</a:t>
            </a:r>
            <a:r>
              <a:rPr lang="en-US" sz="1200" u="sng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u="sng" dirty="0" err="1">
                <a:latin typeface="Arial" panose="020B0604020202020204" pitchFamily="34" charset="0"/>
                <a:cs typeface="Arial" panose="020B0604020202020204" pitchFamily="34" charset="0"/>
              </a:rPr>
              <a:t>labelpad</a:t>
            </a:r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9C140C-8201-7743-A0DE-07842D953FCF}"/>
              </a:ext>
            </a:extLst>
          </p:cNvPr>
          <p:cNvSpPr/>
          <p:nvPr/>
        </p:nvSpPr>
        <p:spPr>
          <a:xfrm>
            <a:off x="1857363" y="5955222"/>
            <a:ext cx="771590" cy="546169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85E8F96-96F8-D142-B28D-12B5E81D33D0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2628953" y="6228307"/>
            <a:ext cx="2019824" cy="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713569A-0F4D-1545-B4FA-85E7EAF64788}"/>
              </a:ext>
            </a:extLst>
          </p:cNvPr>
          <p:cNvSpPr/>
          <p:nvPr/>
        </p:nvSpPr>
        <p:spPr>
          <a:xfrm>
            <a:off x="4672175" y="6060953"/>
            <a:ext cx="15969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u="sng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xlabel_kws</a:t>
            </a:r>
            <a:r>
              <a:rPr lang="en-US" sz="1200" u="sng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u="sng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labelpad</a:t>
            </a:r>
            <a:endParaRPr lang="en-US" sz="1200" u="sng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0CCCBC-3A1F-6844-852A-7A385A33FEB0}"/>
              </a:ext>
            </a:extLst>
          </p:cNvPr>
          <p:cNvCxnSpPr>
            <a:stCxn id="46" idx="1"/>
            <a:endCxn id="46" idx="3"/>
          </p:cNvCxnSpPr>
          <p:nvPr/>
        </p:nvCxnSpPr>
        <p:spPr>
          <a:xfrm>
            <a:off x="4924894" y="2444560"/>
            <a:ext cx="1046924" cy="0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756B40-D79D-3C43-B358-FC14FFF30A6C}"/>
              </a:ext>
            </a:extLst>
          </p:cNvPr>
          <p:cNvCxnSpPr>
            <a:stCxn id="14" idx="0"/>
            <a:endCxn id="14" idx="2"/>
          </p:cNvCxnSpPr>
          <p:nvPr/>
        </p:nvCxnSpPr>
        <p:spPr>
          <a:xfrm>
            <a:off x="1715405" y="1484160"/>
            <a:ext cx="0" cy="261257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0FCB051-C6D6-F444-ACD1-D1928E9CBBDA}"/>
              </a:ext>
            </a:extLst>
          </p:cNvPr>
          <p:cNvSpPr/>
          <p:nvPr/>
        </p:nvSpPr>
        <p:spPr>
          <a:xfrm>
            <a:off x="5971818" y="682979"/>
            <a:ext cx="744974" cy="435066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935D3E-107D-1A4D-9CA7-D3A06EABB974}"/>
              </a:ext>
            </a:extLst>
          </p:cNvPr>
          <p:cNvSpPr/>
          <p:nvPr/>
        </p:nvSpPr>
        <p:spPr>
          <a:xfrm>
            <a:off x="7107500" y="682979"/>
            <a:ext cx="744974" cy="435066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983BD-1935-524B-87F8-589AA22EC767}"/>
              </a:ext>
            </a:extLst>
          </p:cNvPr>
          <p:cNvSpPr txBox="1"/>
          <p:nvPr/>
        </p:nvSpPr>
        <p:spPr>
          <a:xfrm>
            <a:off x="5882155" y="5105876"/>
            <a:ext cx="896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column of legend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1B23FD-71D0-9C43-93BF-39E76C4B8764}"/>
              </a:ext>
            </a:extLst>
          </p:cNvPr>
          <p:cNvSpPr txBox="1"/>
          <p:nvPr/>
        </p:nvSpPr>
        <p:spPr>
          <a:xfrm>
            <a:off x="6977848" y="5105876"/>
            <a:ext cx="927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column of legend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1320CFF-2697-9E41-BBEF-60716F602A2D}"/>
              </a:ext>
            </a:extLst>
          </p:cNvPr>
          <p:cNvCxnSpPr>
            <a:cxnSpLocks/>
          </p:cNvCxnSpPr>
          <p:nvPr/>
        </p:nvCxnSpPr>
        <p:spPr>
          <a:xfrm>
            <a:off x="6716792" y="4274840"/>
            <a:ext cx="39070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88712F-F0FE-314E-BD60-122E4A0ABF04}"/>
              </a:ext>
            </a:extLst>
          </p:cNvPr>
          <p:cNvCxnSpPr/>
          <p:nvPr/>
        </p:nvCxnSpPr>
        <p:spPr>
          <a:xfrm>
            <a:off x="6906827" y="4376691"/>
            <a:ext cx="0" cy="13671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6BEEE17A-1634-F645-987F-147BCB34BEB8}"/>
              </a:ext>
            </a:extLst>
          </p:cNvPr>
          <p:cNvSpPr/>
          <p:nvPr/>
        </p:nvSpPr>
        <p:spPr>
          <a:xfrm>
            <a:off x="6302024" y="5710785"/>
            <a:ext cx="12186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legend_hgap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9FDFB7E-F339-6145-BB79-0F1316FDD556}"/>
              </a:ext>
            </a:extLst>
          </p:cNvPr>
          <p:cNvCxnSpPr>
            <a:cxnSpLocks/>
          </p:cNvCxnSpPr>
          <p:nvPr/>
        </p:nvCxnSpPr>
        <p:spPr>
          <a:xfrm>
            <a:off x="5971818" y="391534"/>
            <a:ext cx="188065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D756BB7-8D2B-D446-8940-8C597FB934FB}"/>
              </a:ext>
            </a:extLst>
          </p:cNvPr>
          <p:cNvSpPr/>
          <p:nvPr/>
        </p:nvSpPr>
        <p:spPr>
          <a:xfrm>
            <a:off x="6233774" y="83757"/>
            <a:ext cx="12394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legend_width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CD0D1-CDFD-7C4E-B39D-9A40E0359421}"/>
              </a:ext>
            </a:extLst>
          </p:cNvPr>
          <p:cNvSpPr txBox="1"/>
          <p:nvPr/>
        </p:nvSpPr>
        <p:spPr>
          <a:xfrm>
            <a:off x="7210751" y="1911592"/>
            <a:ext cx="461665" cy="137120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 err="1"/>
              <a:t>legend_order</a:t>
            </a:r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2ECC6E9-BF50-B24B-B8AB-BE260590EE94}"/>
              </a:ext>
            </a:extLst>
          </p:cNvPr>
          <p:cNvCxnSpPr>
            <a:cxnSpLocks/>
          </p:cNvCxnSpPr>
          <p:nvPr/>
        </p:nvCxnSpPr>
        <p:spPr>
          <a:xfrm>
            <a:off x="5846070" y="4376691"/>
            <a:ext cx="0" cy="4616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A64CBA1F-9C65-2A43-BEFB-7BD406375EA4}"/>
              </a:ext>
            </a:extLst>
          </p:cNvPr>
          <p:cNvSpPr/>
          <p:nvPr/>
        </p:nvSpPr>
        <p:spPr>
          <a:xfrm>
            <a:off x="4919230" y="4465076"/>
            <a:ext cx="988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cbar_height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0F94FA-A1B6-9F48-A92B-095D892A9783}"/>
              </a:ext>
            </a:extLst>
          </p:cNvPr>
          <p:cNvCxnSpPr>
            <a:cxnSpLocks/>
          </p:cNvCxnSpPr>
          <p:nvPr/>
        </p:nvCxnSpPr>
        <p:spPr>
          <a:xfrm>
            <a:off x="5897436" y="3160453"/>
            <a:ext cx="0" cy="4616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536B961-58CF-8248-938C-C624ED9F6934}"/>
              </a:ext>
            </a:extLst>
          </p:cNvPr>
          <p:cNvSpPr/>
          <p:nvPr/>
        </p:nvSpPr>
        <p:spPr>
          <a:xfrm>
            <a:off x="4357533" y="3168382"/>
            <a:ext cx="15558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legend_kws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[‘height’]</a:t>
            </a:r>
          </a:p>
        </p:txBody>
      </p:sp>
    </p:spTree>
    <p:extLst>
      <p:ext uri="{BB962C8B-B14F-4D97-AF65-F5344CB8AC3E}">
        <p14:creationId xmlns:p14="http://schemas.microsoft.com/office/powerpoint/2010/main" val="206553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65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ding_wu_bin@163.com</dc:creator>
  <cp:lastModifiedBy>Wubin Ding</cp:lastModifiedBy>
  <cp:revision>14</cp:revision>
  <dcterms:created xsi:type="dcterms:W3CDTF">2024-04-11T23:00:03Z</dcterms:created>
  <dcterms:modified xsi:type="dcterms:W3CDTF">2026-03-31T19:12:44Z</dcterms:modified>
</cp:coreProperties>
</file>